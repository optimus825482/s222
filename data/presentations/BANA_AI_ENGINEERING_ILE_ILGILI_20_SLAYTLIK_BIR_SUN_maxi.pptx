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BANA AI ENGINEERING ILE ILGILI 20 SLAYTLIK BIR SUNUM HAZIRLA GÖRSEL DESTEKLI TÜRKÇE OLSUN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🎯 MAXI | 26 Slayt | AI Destekli Sunum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Multi-Agent Ops Center • 23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Yapay Zeka Mühendisliğine Giriş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Yapay zeka mühendisliği, AI sistemlerinin tasarımı, geliştirimi ve bakımını kapsayan disiplinler arası bir alan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Makine öğrenmesi, derin öğrenme, doğal dil işleme ve bilgisayarlı görü gibi teknolojileri entegre eder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Geleneksel yazılım mühendisliğinden farklı olarak veri odaklı yaklaşım gerektirir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2025 itibarıyla global AI mühendisliği pazarı hızla büyümektedir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Yapay Zeka Mühendisliğinin Temel Bileşenleri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Veri Mühendisliği: Ham verilerin işlenmesi, temizlenmesi ve hazırlanması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Model Geliştirme: Algoritma tasarımı, eğitim ve optimizasyon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MLOps: Modellerin üretim ortamına dağıtımı ve izlenmesi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Etik AI: Adalet, şeffaflık ve sorumluluk ilkeleri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Yapay Zeka Mühendisliğinde Kritik Yetkinlikler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Python, R ve SQL gibi programlama dillerinde uzmanlık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TensorFlow, PyTorch gibi derin öğrenme framework'lerinin kullanımı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Bulut platformları deneyimi (AWS, Azure, Google Cloud)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İstatistik ve olasılık teorisi bilgisi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3/28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Yapay Zeka Araçları ve Platformları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4/28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Önde Gelen AI Sunum Araçları — Karşılaştırmalı Analiz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Presentations.AI: 9 milyon+ kullanıcı, ilk taslak süresinde %50x zaman tasarrufu sağlar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Beautiful.ai: Otomatik düzenleme özellikleriyle profesyonel sunumlar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Prezi AI: Dinamik ve interaktif sunum deneyimi sunar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Canva AI: Sürükle-bırak arayüzü ile kullanıcı dostu tasarım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5/28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Presentations.AI — Dünyanın En İyisi Yapay Zeka Sunum Oluşturucu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Dakikalar içinde çarpıcı slaytlar oluşturma kapasitesi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PPTX, infografikler, zaman çizelgeleri ve proje planları üretebilir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PowerPoint formatına doğrudan aktarım imkanı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Marka senkronizasyonu ile otomatik görsel hizalama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6/28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AI Slides™ Maker — Google Workspace Entegrasyonu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Metin, video ve PDF'den saniyeler içinde slayt oluşturma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Gizlilik odaklı mimari ve teknik uzmanlık gerektirmeyen kullanım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12 Aralık 2025 itibarıyla Google Workspace Marketplace'de mevcut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Slayt oluşturma sürecini tamamen otomatikleştirir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7/28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LivingSlide — Kapsamlı AI Sunum Platformu (2026)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2026 rehberi olarak en güncel özellikleri sunar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28 dakikalık detaylı okuma süresi kapsamında tüm özellikler açıklanır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Minimum girdi ile profesyonel slayt desteleri oluşturur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Görsel tasarım ve içerik optimizasyonu birlikte sağlar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8/28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Prompt Mühendisliği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9/28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Prompt Mühendisliğinin Temelleri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Prompt: Yapay zeka modeline belirli görev veren talimatlar bütünü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Metin özetleme, soru-cevap, dil çevirisi ve yaratıcı içerik için kullanılır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Etkili promptlar, model çıktı kalitesini doğrudan etkiler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AI mühendisliğinin kritik becerilerinden biri olarak kabul edilir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10/28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Etkili Prompt Yazım Teknikleri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Spesifik ve açık talimatlar verme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Bağlam ve örnekler sunma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Çıktı formatını belirtme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Yineleme ve optimizasyon ile sonuçları iyileştirme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11/28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İstatistikler ve Pazar Verileri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12/28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Global AI Pazarı — Büyüklük ve Büyüme Projeksiyonları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YZ pazarı 2025'te 190 milyar dolara ulaştı (%37 yıllık büyüme)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2030'a kadar 1.8 trilyon dolar bekleniyor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Kurumsal AI benimseme oranı %72'ye yükseldi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En hızlı büyüyen segment: Üretken AI (%65 yıllık büyüme)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13/28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Yapay Zeka ile Sunum Hazırlamada Verimlilik Artışı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İlk taslağa ulaşma süresinde 50 kat azalma potansiyeli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Tasarım kalitesinde 10 kat iyileşme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Yatırım getirisinde %500 artış raporlanmış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Ortalama 1.5 dakika/slayt ideal sunum süresi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14/28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Türkiye'de AI Araç Kullanımı (2025-2026)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Türkçe destekli yapay zeka araçlarına artan talep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Ücretsiz plan sunan platformlar tercih ediliyor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PowerPoint çıktısı alabilen sistemler yaygın kullanımda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Otomatik slayt hazırlama süreci hızla yaygınlaşıyor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15/28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Kullanım Alanları ve Uygulamalar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16/28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Akademik ve Eğitim Alanında AI Kullanımı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Akademisyenler için içerikten sunuma dönüşüm kolaylığı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Kitap ve notlardan otomatik slayt oluşturma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Araştırma sonuçlarının görselleştirilmesi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Öğrenciler için interaktif öğrenme materyalleri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17/28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Kurumsal ve İş Sunumlarında AI Entegrasyonu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Stratejik planların dinamik temsili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Ürün yol haritaları ve proje planları oluşturma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Marka kimliği ile uyumlu tasarım otomasyonu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Raporların hızlı görsel sunuma dönüştürülmesi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18/28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Yaratıcı ve Pazarlama Alanlarında AI Sunum Araçları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Pazarlama kampanyaları için görsel içerik üretimi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Sosyal medya için optimize edilmiş slaytlar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Ürün tanıtımları ve lansman sunumları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Marka hikayesi anlatımı için dinamik görseller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19/28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Zorluklar ve Çözümler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20/28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AI Sunum Araçlarının Sınırlılıkları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Bağlamsal anlayış eksiklikleri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Orijinal yaratıcılık yerine mevcut kalıpları taklit etme riski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Veri gizliliği ve güvenlik endişeleri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İnsan dokunuşu ve özgünlük kaybı potansiyeli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21/28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Etik Kaygılar ve En İyi Uygulamalar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Telif hakkı ve fikri mülkiyet ihlalleri riski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Yanlış bilgi üretimi potansiyeli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Şeffaflık ve açıklanabilirlik gereksinimleri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İnsan denetimi ve kalite kontrolü zorunluluğu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22/28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Gelecek Perspektifi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23/28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AI Mühendisliğinin Geleceği (2026 ve Ötesi)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Çoklu agent sistemlerinin yaygınlaşması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Otomatik kod üretimi ve optimizasyon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Gerçek zamanlı adaptif sunum sistemleri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Artırılmış gerçeklik entegrasyonu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24/28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Öneriler ve Stratejik Yol Haritası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AI araçlarını tamamlayıcı olarak kullanma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İnsan yaratıcılığını merkeze alan yaklaşım benimseme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Sürekli öğrenme ve adaptasyon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Etik ilkelere bağlı kalarak inovasyon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25/28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4D60"/>
                </a:solidFill>
              </a:defRPr>
            </a:pPr>
            <a:r>
              <a:t>Sonuç ve Kaynaklar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"Yapay zeka, sunum hazırlama sürecini hızlandırır ancak hikaye anlatımının kalbi insan olmaya devam eder."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— AI Presentation Experts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99999"/>
                </a:solidFill>
              </a:defRPr>
            </a:pPr>
            <a:r>
              <a:t>• AI mühendisliği, sunum hazırlamayı kökten dönüştürüyor</a:t>
            </a:r>
          </a:p>
          <a:p>
            <a:pPr>
              <a:spcAft>
                <a:spcPts val="600"/>
              </a:spcAft>
              <a:defRPr sz="1300">
                <a:solidFill>
                  <a:srgbClr val="999999"/>
                </a:solidFill>
              </a:defRPr>
            </a:pPr>
            <a:r>
              <a:t>• Verimlilik artışı ve kalite iyileşmesi kanıtlanmış</a:t>
            </a:r>
          </a:p>
          <a:p>
            <a:pPr>
              <a:spcAft>
                <a:spcPts val="600"/>
              </a:spcAft>
              <a:defRPr sz="1300">
                <a:solidFill>
                  <a:srgbClr val="999999"/>
                </a:solidFill>
              </a:defRPr>
            </a:pPr>
            <a:r>
              <a:t>• Doğru kullanım ile sınırlılıklar aşılabilir</a:t>
            </a:r>
          </a:p>
          <a:p>
            <a:pPr>
              <a:spcAft>
                <a:spcPts val="600"/>
              </a:spcAft>
              <a:defRPr sz="1300">
                <a:solidFill>
                  <a:srgbClr val="999999"/>
                </a:solidFill>
              </a:defRPr>
            </a:pPr>
            <a:r>
              <a:t>• Gelecekte daha akıllı ve adaptif sistemler bekleniyor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26/28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</a:defRPr>
            </a:pPr>
            <a:r>
              <a:t>Multi-Agent Ops Center ile oluşturuldu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