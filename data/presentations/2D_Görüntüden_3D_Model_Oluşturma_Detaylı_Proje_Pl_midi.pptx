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445752" y="0"/>
            <a:ext cx="2743200" cy="2011680"/>
          </a:xfrm>
          <a:prstGeom prst="rtTriangle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2D Görüntüden 3D Model Oluşturma: Detaylı Proje Planı (AMD Ryzen 5 ve CPU Sunucu İçin Optimizasyonlu) sunu hazırla 15 slide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27432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</a:defRPr>
            </a:pPr>
            <a:r>
              <a:t>📊 MIDI | 22 Slayt | AI Destekli Sunum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Multi-Agent Ops Center  •  23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2D Görüntüden 3D Modele — Projeye Giriş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Tek bir fotoğraftan otomatik olarak 3D mesh modeli oluşturan yapay zeka destekli sistem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AMD Ryzen 5 + 16GB RAM ve CPU-only sunucu (8GB RAM) için optimize edilmiş mimari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Hedef: OBJ, GLB, STL formatlarında profesyonel kalitede 3D modeller üretmek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Açık kaynak teknolojilerle maliyetsiz geliştirme imkanı (Kaynak: imgto3d.ai)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Küresel Pazar — AI 3D Modelleme Büyümesi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4276" y="1371600"/>
            <a:ext cx="3200400" cy="219456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6" y="150876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7156" y="16916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20,130+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7156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Aylık Üretilen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7156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%90 maliyet tasarrufu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2025'te AI destekli 3D modelleme pazarı %90 prototipleme maliyet düşüşü sağlıyor (Kaynak: imgto3d.ai)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Aylık 20.130'dan fazla 3D model üretiliyor — büyüyenCreator economy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Bağımsız stüdyolar için 8 kat daha hızlı varlık oluşturma (Kaynak: imgto3d.ai)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45 saniyede 3D export süresi — geleneksel yöntemlere göre devrim niteliğinde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-457200"/>
            <a:ext cx="6400800" cy="7772400"/>
          </a:xfrm>
          <a:prstGeom prst="parallelogram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926080"/>
            <a:ext cx="41148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Teknolojik Altyapı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663440"/>
            <a:ext cx="22860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5486400"/>
            <a:ext cx="548640" cy="548640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3/24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Temel AI Teknolojileri — 2024-2025 Güncel Yaklaşımlar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TripoSR: Tek görüntüden hızlı, yüksek kaliteli mesh (VAST AI, 2024)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Depth Anything V2: 62M etiketsiz veriyle eğitilmiş monocular derinlik tahmini (CVPR 2024)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Gaussian Splatting: Gerçek zamanlı 3D görselleştirme, 1-5 saniye inference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MiDaS (DPT): Hafif, CPU-dostu derinlik tahmini, 2-8 saniye işlem süresi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4/24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Popüler AI 3D Araçları — Karşılaştırma Analizi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IMGto3D.ai: Ücretsiz, kayıt gerektirmeyen, 5K-40K poligon seçenekleri (Kaynak: imgto3d.ai)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Meshy: Metin, görüntü ve API desteği ile kapsamlı 3D iş akışı (Kaynak: Meshy.ai)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Luw.ai: 99% daha hızlı tasarım, 300.000+ tasarımcı topluluğu (Kaynak: Luw.ai)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3D AI Studio: Metin ve görüntüden 3D, otomatik doku oluşturma (Kaynak: 3D AI Studio)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5/24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Donanım Gereksinimleri — Ryzen 5 Optimizasyonu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4276" y="1371600"/>
            <a:ext cx="3200400" cy="219456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6" y="150876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7156" y="16916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7156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Minimum GPU VRAM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7156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ROCm uyumlu AMD kartlar için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AMD Ryzen 5 + 16GB RAM: Orta seviye derin öğrenme iş istasyonu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ROCm 5.7+: AMD GPU'lar için PyTorch desteği, CUDA alternatifi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Minimum VRAM: 4GB (entegre Vega grafikler yeterli olabilir)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Önerilen modeller: TripoSR (8GB VRAM), Depth Anything V2 (6GB VRAM)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6/24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-457200"/>
            <a:ext cx="6400800" cy="7772400"/>
          </a:xfrm>
          <a:prstGeom prst="parallelogram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926080"/>
            <a:ext cx="41148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CPU-Only Çözümler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663440"/>
            <a:ext cx="22860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5486400"/>
            <a:ext cx="548640" cy="548640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7/24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CPU-Only Sunucu — 8GB RAM ile Başarı Stratejileri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4276" y="1371600"/>
            <a:ext cx="3200400" cy="219456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6" y="150876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7156" y="16916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30-120s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7156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CPU Inference Süresi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7156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GPU'ya göre 3-5x yavaş ama stabil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MiDaS-small: 150MB RAM, int8 quantized, 512x512 görüntü desteği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Open3D Ball Pivoting: CPU-dostu mesh oluşturma algoritması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torch.set_num_threads(4): Çoklu çekirdek optimizasyonu zorunlu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Beklenen süre: 30-120 saniye (GPU'ya göre 3-5 kat yavaş ama çalışır)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8/24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Model Optimizasyonları — RAM Tasarrufu Teknikleri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Model quantization: 8-bit int ile model boyutunu %50-70 azalt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ONNX Runtime: CPU inference hızlandırma, PyTorch'tan 2-3 kat hızlı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Görüntü downsampling: 1024x1024 → 512x512 (RAM kullanımını 4 kat azaltır)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Chunked processing: Büyük modelleri parçalara bölerek işleme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9/24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-457200"/>
            <a:ext cx="6400800" cy="7772400"/>
          </a:xfrm>
          <a:prstGeom prst="parallelogram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926080"/>
            <a:ext cx="41148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Proje Mimarisi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663440"/>
            <a:ext cx="22860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5486400"/>
            <a:ext cx="548640" cy="548640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10/24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Sistem Mimarisi — Modüler Pipeline Tasarımı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Preprocessing: Boyutlandırma, normalizasyon, format dönüşümü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Depth Estimation: MiDaS-small (CPU) veya Depth Anything V2 (GPU)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Mesh Generation: Open3D Poisson Reconstruction veya Ball Pivoting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Texture Mapping: Trimesh ile UV unwrapping ve doku projeksiyonu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11/24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Teknoloji Yığını — Önerilen Araçlar ve Frameworkler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Backend: FastAPI (asenkron, otomatik dokümantasyon, GPU/CPU auto-detection)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ML Framework: PyTorch 2.3+ (ROCm + CUDA desteği)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3D İşleme: Open3D + Trimesh (CPU dostu, açık kaynak)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Frontend: Gradio (10 satır kodla web arayüzü)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12/24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Kullanım Senaryoları — Gerçek Dünya Uygulamaları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4276" y="1371600"/>
            <a:ext cx="3200400" cy="219456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6" y="150876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7156" y="16916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20-60s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7156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Prototipleme Hızı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7156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Düşük-orta poligon modeller için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Oyun Geliştirme: Hızlı prototipleme, konsept sanatı için düşük-orta poligon modeller (Kaynak: Meshy.ai)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3D Baskı: Saniyeler içinde yazıcıya hazır STL dosyaları (Kaynak: Luw.ai)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E-ticaret: Ürün görselleştirme için profesyonel 3D modeller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Eğitim: Kavramdan sunuma kadar hızlandırılmış iş akışı (Kaynak: Meshy.ai)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13/24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-457200"/>
            <a:ext cx="6400800" cy="7772400"/>
          </a:xfrm>
          <a:prstGeom prst="parallelogram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926080"/>
            <a:ext cx="41148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Risk ve Performans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663440"/>
            <a:ext cx="22860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5486400"/>
            <a:ext cx="548640" cy="548640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14/24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Risk Analizi — Kritik Sorunlar ve Çözümler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AMD GPU ROCm uyumluluk riski: Yüksek olasılık → CPU fallback planı zorunlu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RAM yetersizliği: Orta risk → 512x512 görüntü, 100K üçgen mesh sınırı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Kalite beklentisi uyumsuzluğu: Yüksek risk → Demo örnekleri ile kullanıcı yönetimi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Inference süresi (CPU): Orta risk → Progress indicator ile kullanıcı bilgilendirme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15/24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Performans Karşılaştırması — GPU vs CPU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9756" y="1371600"/>
            <a:ext cx="3200400" cy="219456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76956" y="150876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02636" y="16916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10-30s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2636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GPU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2636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TripoSR ile yüksek kalite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8796" y="1371600"/>
            <a:ext cx="3200400" cy="2194560"/>
          </a:xfrm>
          <a:prstGeom prst="round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25996" y="150876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1676" y="16916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30-120s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6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CPU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6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MiDaS ile temel kalite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TripoSR (GPU): 10-30 saniye, 8GB VRAM, yüksek kalite mesh çıktısı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MiDaS + Open3D (CPU): 30-120 saniye, 4-6GB RAM, basit mesh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Depth Anything V2 (GPU): 5-15 saniye, 6GB VRAM, derinlik haritası</a:t>
            </a:r>
          </a:p>
          <a:p>
            <a:pPr>
              <a:spcAft>
                <a:spcPts val="700"/>
              </a:spcAft>
              <a:defRPr sz="1300">
                <a:solidFill>
                  <a:srgbClr val="1A1A2E"/>
                </a:solidFill>
              </a:defRPr>
            </a:pPr>
            <a:r>
              <a:t>▸  NeRF (GPU): 5-30 dakika, 12GB VRAM, photorealistic sonuç (önerilmez)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16/24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-457200"/>
            <a:ext cx="6400800" cy="7772400"/>
          </a:xfrm>
          <a:prstGeom prst="parallelogram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926080"/>
            <a:ext cx="41148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Sonuç ve Yol Haritası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663440"/>
            <a:ext cx="22860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5486400"/>
            <a:ext cx="548640" cy="548640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17/24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Proje Planı — 6 Haftalık Yol Haritası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Hafta 1-2: ROCm kurulumu, MiDaS/Depth Anything test, baseline pipeline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Hafta 3-4: FastAPI backend, modüler pipeline, OBJ/GLB export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Hafta 5: Gradio web arayüzü, Three.js preview entegrasyonu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Hafta 6: Optimizasyon, Docker containerization, dokümantasyon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●  Gelecek: ONNX quantization, batch processing, cloud API fallback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18/24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Öncelik Sıralaması — Kritikten İyileştirmeye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P1-Kritik: ROCm uyumluluk testi, CPU-only fallback, model seçimi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P2-Önemli: FastAPI backend, OBJ/GLB export, Gradio arayüzü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P3-İyileştirme: Three.js preview, ONNX optimization, batch processing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Uzun vade: Real-time capture, VR/AR entegrasyonu, cloud API hizmeti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19/24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Sonuç — Başarı için Kritik Adımlar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AMD GPU + ROCm erken test edilmeli, uyumsuzluk durumunda CPU planı hazır olmalı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Doğru model seçimi: GPU varsa TripoSR/Depth Anything, yoksa MiDaS + Open3D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Optimizasyon şart: 512x512 görüntü, 8-bit quantization, thread optimizasyonu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Modüler mimari ile gelecekteki genişlemeye hazırlıklı olun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20/24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914400" y="-457200"/>
            <a:ext cx="6400800" cy="7772400"/>
          </a:xfrm>
          <a:prstGeom prst="parallelogram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926080"/>
            <a:ext cx="41148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Kaynaklar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663440"/>
            <a:ext cx="22860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5486400"/>
            <a:ext cx="548640" cy="548640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21/24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Referanslar ve Ek Okumalar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TripoSR GitHub: https://github.com/VAST-AI-Research/TripoSR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▹  Depth Anything V2: https://github.com/LiheYoung/Depth-Anything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◆  Open3D Documentation: http://www.open3d.org/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◇  ROCm Kurulum Rehberi: https://docs.amd.com/bundle/ROCm-Installation-Guide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●  IMGto3D.ai: https://www.imgto3d.ai/tr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○  Meshy.ai: https://www.meshy.ai/tr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400">
                <a:solidFill>
                  <a:srgbClr val="1A1A2E"/>
                </a:solidFill>
              </a:defRPr>
            </a:pPr>
            <a:r>
              <a:t>▸  Luw.ai: https://luw.ai/tr/3d-ai/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72800" cy="2743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22/24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41848" y="1645920"/>
            <a:ext cx="914400" cy="914400"/>
          </a:xfrm>
          <a:prstGeom prst="ellipse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Teşekkürler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206240"/>
            <a:ext cx="2286000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</a:defRPr>
            </a:pPr>
            <a:r>
              <a:t>Multi-Agent Ops Center ile oluşturuldu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