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BANA MULTI-AGENT SISTEM OLUŞTURMA ILE ILGILI BİR PROJE HAZIRLA VE BUNU POWERPOINT SUNUSU OLARAK GÖRSEL DESTEKLI OLARAK HAZIRLA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</a:defRPr>
            </a:pPr>
            <a:r>
              <a:t>15 Slayt | AI Destekli Sunum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</a:defRPr>
            </a:pPr>
            <a:r>
              <a:t>Multi-Agent Ops Center • 23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Giriş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1/17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3460"/>
                </a:solidFill>
              </a:defRPr>
            </a:pPr>
            <a:r>
              <a:t>Çoklu Agent Sistem Nedir?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Birbirleriyle koordineli çalışan YZ ajanları koleksiyonu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Her agent belirli görevleri uzmanlaşmış şekilde yerine getirir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Kullanıcı veya başka bir sistem adına toplu çalışma sağlar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Geleneksel sistemlere göre daha fazla esneklik sunar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2/17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3460"/>
                </a:solidFill>
              </a:defRPr>
            </a:pPr>
            <a:r>
              <a:t>MAS Avantajları ve Mimari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Karmaşık görevleri parçalayarak paralel çalışma imkanı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JATLite gibi araçlarla agent haberleşme sistemi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Dağıtık bilgi toplama mimarisi ve uygulama detayları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Orkestratör deseni ile merkezi yönetim ve görev dağılımı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3/17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Proje Geliştirme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4/17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3460"/>
                </a:solidFill>
              </a:defRPr>
            </a:pPr>
            <a:r>
              <a:t>Geliştirme Çerçeveleri ve Araçlar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Google Agent Development Kit (ADK) ile agent düzenleme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Agent Bricks: Multi-Agent Supervisor sistemi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LangGraph, AutoGen ve CrewAI gibi modern framework'ler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Copilot tabanlı hızlı sunum ve proje oluşturma (Şubat 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5/17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3460"/>
                </a:solidFill>
              </a:defRPr>
            </a:pPr>
            <a:r>
              <a:t>İletişim ve Koordinasyon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Agent'lar arası haberleşme protokolleri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Ortak hafıza ve durum paylaşımı mekanizmaları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Zincirleme düşünce (Chain of Thought) prompting teknikleri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Shot prompting yöntemleri ile görev optimizasyonu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6/17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Gerçek Dünya Uygulamaları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7/17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3460"/>
                </a:solidFill>
              </a:defRPr>
            </a:pPr>
            <a:r>
              <a:t>Sağlık Sektöründe MAS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Yapay zeka ile sağlık sektöründe gelecek potansiyeli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Farklı uzmanlık alanlarında agent'lar (tanı, analiz, raporlama)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Veri toplama ve işleme süreçlerinde hız artışı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Kişiselleştirilmiş tedavi öneri sistemleri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8/17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3460"/>
                </a:solidFill>
              </a:defRPr>
            </a:pPr>
            <a:r>
              <a:t>Veri Toplama ve Analiz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Dağıtık bilgi toplama sistemi mimarisi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JATLite agent oluşturma ve haberleşme süreçleri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Büyük veri kümelerinde paralel işleme avantajı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Esnek ve ölçeklenebilir yapı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9/17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Sunum Hazırlama Süreci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10/17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3460"/>
                </a:solidFill>
              </a:defRPr>
            </a:pPr>
            <a:r>
              <a:t>AI Destekli Sunum Araçları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Sunum hazırlayan yapay zeka araçları (ücretsiz seçenekler)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Metinden veya dosyadan otomatik slayt oluşturma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Türkçe destekli platforlar: Canva, Presentations AI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Dışa aktarma seçenekleri: PowerPoint, PDF, Video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11/17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3460"/>
                </a:solidFill>
              </a:defRPr>
            </a:pPr>
            <a:r>
              <a:t>PowerPoint ile Görselleştirme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Microsoft Copilot entegrasyonu ile hızlı slayt oluşturma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Tema seçimi, metin biçimlendirme, grafik ekleme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Düşünce hızında çarpıcı PPT'ler oluşturma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LexiTap ve n8n projelerinde görsel destek paylaşım deneyimi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12/17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4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Gelecek ve Strateji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13/17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3460"/>
                </a:solidFill>
              </a:defRPr>
            </a:pPr>
            <a:r>
              <a:t>Yazılım Proje Şablonu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İş planları ve kanvas modellerini birleştirme yöntemi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Basit ve anlaşılır dokümantasyon şablonları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Herkese lazım proje yönetim yapısı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Yazılım projelerini şekillendirme teknikleri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14/17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3460"/>
                </a:solidFill>
              </a:defRPr>
            </a:pPr>
            <a:r>
              <a:t>Gelecek Perspektifleri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1828800" cy="36576"/>
          </a:xfrm>
          <a:prstGeom prst="rect">
            <a:avLst/>
          </a:prstGeom>
          <a:solidFill>
            <a:srgbClr val="E9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2026 itibarıyla AI agent geliştirme trendleri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Koordinasyon stratejileri ve otomasyon seviyesi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Kurumsal benimseme oranlarındaki artış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</a:defRPr>
            </a:pPr>
            <a:r>
              <a:t>• İnsan-AY iş birliği modelleri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</a:defRPr>
            </a:pPr>
            <a:r>
              <a:t>15/17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Teşekkürler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</a:defRPr>
            </a:pPr>
            <a:r>
              <a:t>Multi-Agent Ops Center ile oluşturuldu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