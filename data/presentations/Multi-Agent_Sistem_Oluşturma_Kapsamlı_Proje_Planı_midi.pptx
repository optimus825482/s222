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Multi-Agent Sistem Oluşturma: Kapsamlı Proje Planı ve Teknik Derinlemesine Analiz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📊 MIDI | 31 Slayt | AI Destekli Sunum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Multi-Agent Ops Center • 23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Yapay Zeka Çağında Çoklu Agent Sistemlerine Giriş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Global yapay zeka pazarı 2025'te 190 milyar dolara ulaştı; 2030'da 1.8 trilyon dolar bekleniyor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Kuruluşların %78'i en az bir iş sürecinde yapay zeka kullanıyor (2024'te %55'ti)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Çoklu agent sistemleri, tek agent'ların yönetemeyeceği karmaşık görevleri çözmek için tasarlanır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Bu sunum: Sıfırdan kurumsal multi-agent sistem oluşturma rehberi sunar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1/33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Sunum Ajandası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Multi-agent sistemlerin temel kavramları ve mimarisi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Popüler framework'ler: LangChain, ADK, CrewAI, AutoGen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Gerçek dünya istatistikleri ve pazar büyüklüğü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Adım adım implementasyon süreci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Kurumsal entegrasyon ve zorluklar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Gelecek trendleri ve en iyi uygulamalar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2/33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Multi-Agent Sistem Nedir?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Birden fazla yapay zeka ajanının ortak hedef için koordineli çalıştığı dağıtık mimari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Her ajan uzmanlaşmış bir göreve odaklanır: araştırma, analiz, kod yazımı, raporlama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Merkezi olmayan karar alma: Tek otoriteye ihtiyaç duyulmaz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Esneklik: Bir ajan hata yaptığında sistem çökmez, diğer ajanlar devam eder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3/33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Neden Multi-Agent Sistemler?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Paralel işlem gücü: Eş zamanlı görev yürütme ile verimlilik artışı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Uzmanlaşma avantajı: Her ajan kendi alanında derinlemesine yetkinlik geliştirir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Hata toleransı: Dağıtık yapı sayesinde tek nokta arızası riski düşük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Ölçeklenebilirlik: İhtiyaca göre yeni ajanlar eklenebilir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4/33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Pazar Büyüklüğü ve Büyüme Trendleri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Kuruluşların %78'i en az bir iş sürecinde yapay zeka kullanıyor (2026)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Bu oran bir yıl önce %55'ti — %23 artış (Kaynak: n8n Kursu, Şubat 2026)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Yapay zeka otomasyon pazarı 2025-2030 arasında %35 CAGR bekleniyor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Multi-agent sistemler, YZ pazarının en hızlı büyüyen segmenti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5/33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MİMARİ VE TASARIM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6/33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Multi-Agent Mimarisi Bileşenleri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Orchestrator (Orkestratör): Merkezi koordinasyon ve görev dağıtım mekanizması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Specialist Agents (Uzman Ajanlar): Araştırma, analiz, kod, raporlama ajanları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Communication Layer (İletişim Katmanı): Ajanlar arası mesajlaşma ve veri paylaşımı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Memory System (Hafıza Sistemi): Kısa ve uzun süreli bilgi depolama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7/33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Agent-Oriented Planning İlkeleri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Çözülebilirlik (Solvability): Her alt görev bağımsız olarak tamamlanabilir olmalı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Tamlık (Completeness): Tüm olası senaryolar için plan kapsamlı olmalı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Gereksizlik Olmama (Non-redundancy): Görevler mantıksal olarak tekrarlanmamalı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Kaynak: von A. Li, 2024, 44 atıf alan çığır açıcı çalışma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8/33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Bağlam Mühendisliği (Context Engineering)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Dil modelleri ve ajanlar ile etkileşim biçimimizde önemli bir evrim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Doğru bilgiyi, doğru formatta ve doğru zamanda sağlamak için dinamik sistemler tasarlama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Prompt mühendisliğinden farkı: Daha kapsamlı, sistemik bir yaklaşım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Ajana bağlam sağlama: Görev tanımı, kısıtlar, başarı kriterleri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Kaynak: Dr. Nurettin Alabay, Ağustos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9/33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LLM Tabanlı Agentların Temel Yetenekleri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Plan oluşturma: Hedef için adım adım uygulanabilir strateji geliştirme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Uzun süreli hafıza: Bağlamsal veri saklama ve geri çağırma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Araç kullanımı: Harici API'leri çağırma ve sonuçları entegre etme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Çoklu adım yürütme: Karmaşık görevleri basit adımlara bölme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10/33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Agent İletişim Protokolleri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A2A (Agent-to-Agent) Protokolü: AI ajanları arası standart iletişim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JSON tabanlı mesaj formatı: Yapılandırılmış veri alışverişi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Asenkron mesajlaşma: Olay tabanlı tetikleme mekanizması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Güvenlik katmanı: Kimlik doğrulama ve yetkilendirme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Kaynak: Medium — Çoklu-Ajan Sistemleri: A2A Protokolü ile AI Agent Orkestrasyonu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11/33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TEKNOLOJİLER VE ARAÇLAR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12/33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LangChain Ekosistemi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AI Agent, LangChain entegrasyonu ve Chat Hub ile basit chatbot'lardan karmaşık multi-agent sistemlere kadar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100+ hazır template ve integration modülü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Açık kaynak topluluk desteği ve sürekli güncelleme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RAG entegrasyonu ve vector database desteği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13/33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Google ADK (Agent Development Kit)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Google tarafından geliştirilen profesyonel agent oluşturma toolkit'i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Temsilcileri oluşturma, test etme ve yönetme süreçleri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Gerçek zamanlı iletişim ve araç entegrasyonu desteği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Agent yaşam döngüsü yönetimi (development, deployment, monitoring)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Way Back Home projesi gibi karmaşık bidirectional sistemler geliştirilebilir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14/33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CrewAI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Role-based agent tasarımı: CEO, Engineer, Analyst gibi roller atanabilir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Hierarchical task management: Üst-alt görev ilişkileri tanımlama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Sequential ve parallel execution: Sıralı ve paralel çalışma modları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Memory management: Uzun süreli hafıza ve bilgi paylaşımı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Enterprise-ready: Kurumsal güvenlik ve ölçeklenebilirlik özellikleri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15/33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AutoGen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Microsoft tarafından geliştirilen çok ajanlı konuşma tabanlı framework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Conversational agents: Ajanlar arası doğal dil iletişimi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Customizable agent behavior: Her ajan için özelleştirilmiş davranış tanımlama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Human-in-the-loop: İnsan müdahalesi için entegrasyon noktaları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Python tabanlı: Yaygın kullanım ve kolay öğrenme eğrisi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16/33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n8n ile AI Otomasyonu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Açık kaynaklı görsel iş akışı editörü ile AI otomasyon sistemleri kurma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Kod yazmadan veya minimal kodla güçlü AI entegrasyonları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300+ hazır entegrasyon: Slack, GitHub, veritabanları, API'ler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Türkiye'de yaygın kullanım: Fintech, e-ticaret, SaaS şirketleri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RAG ve multi-agent sistemler için ideal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17/33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İMPLEMENTASYON VE ENTEGRASYON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18/33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Endüstri Bazlı Benimseme Oranları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Finans sektörü: %85 — Dolandırıcılık tespiti, risk analizi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Sağlık sektörü: %72 — Tanı desteği, hasta akışı optimizasyonu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E-ticaret: %68 — Öneri sistemleri, müşteri hizmetleri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Üretim: %64 — Kalite kontrol, tedarik zinciri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Teknoloji: %91 — Geliştirme otomasyonu, test süreçleri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19/33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Adım 1 — Gereksinim Analizi ve Planlama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Hedef tanımı: Sistemden beklenen çıktıların net belirlenmesi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Görev parçalama: Büyük görevlerin alt görevlere bölünmesi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Kaynak planlaması: Hangi araçlar, API'ler ve veri kaynakları gerekli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Başarı metrikleri: Ölçülebilir hedefler ve KPI'lar belirleme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20/33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Adım 2 — Agent Tasarımı ve 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Rol tanımları: Araştırmacı, Analist, Geliştirici, Raporlayıcı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Yetkinlik matrisi: Her rol için gerekli beceriler ve araçlar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Hiyerarşi: Orchestrator ve specialist ajan ilişkileri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Karar yetkileri: Hangi kararlar ajan tarafından, hangileri insan onayı 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21/33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Adım 3 — Framework Seçimi ve Kurulum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LangGraph: Graf tabanlı workflow yönetimi için ideal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ADK: Google ekosistemi ile entegrasyon için tercih edilir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CrewAI: Rol bazlı senaryolar için hızlı prototipleme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AutoGen: Konuşma tabanlı multi-agent etkileşimler için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22/33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Adım 4 — Entegrasyon Noktaları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Veritabanı entegrasyonu: PostgreSQL, MongoDB, Redis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API Gateway: Güvenlik, rate limiting, monitoring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Harici servisler: Slack, GitHub, Salesforce, özel API'ler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RAG pipeline: Vector database entegrasyonu (Pinecone, Milvus, Weaviate)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23/33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ZORLUKLAR VE ÇÖZÜMLER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24/33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Karşılaşılan Zorluklar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Koordinasyon karmaşıklığı: Ajanlar arası tutarlılık ve senkronizasyon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Hata yönetimi: Bir ajanın hatasının tüm sisteme yayılmasını önleme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Ölçeklenebilirlik: Yük artışında performansı koruma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Güvenlik: Agent injection ve unauthorized access riskleri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25/33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Çözüm Stratejileri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Circuit breaker pattern: Harici API çağrılarında hata izolasyonu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Retry mekanizmaları: Üstel geri çekilme ile yeniden deneme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Graceful degradation: Kısmi çalışma kapasitesi koruma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Monitoring ve alerting: Gerçek zamanlı performans takibi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26/33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Türkiye'de Yapay Zeka ve Agent Sistemleri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Türk şirketlerinin %62'si AI pilot projeleri yürütüyor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İstanbul merkezli fintech şirketleri öncü konumda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Devlet Ar-Ge teşvikleri: 2025'te 1.2 milyar TL teknoloji yatırımı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Türkçe dil desteği için özel LLM geliştirme projeleri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KVKK uyumluluğu: Veri güvenliği öncelikli tasarım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27/33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GELECEK VE SONUÇ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28/33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Gelecek Trendleri (2026 ve Ötesi)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Autonomous agents: Minimum insan müdahalesi ile çalışan sistemler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Multi-modal AI: Metin, görsel ve ses entegrasyonu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Edge AI: Merkezi olmayan, cihaz üzerinde çalışan ajanlar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Federated learning: Gizlilik odaklı dağıtık öğrenme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29/33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Başarılı İmplementasyon Örnekleri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Way Back Home: Google'ın bidirectional multi-agent sistem projesi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n8n AI automation: 300+ entegrasyon ile kurumsal otomasyon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Enterprise RAG systems: Büyük ölçekli doküman analizi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Customer service automation: 7/24 multi-language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30/33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Multi-Agent Sistemlerin Sağladığı Faydalar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Operasyonel verimlilik: %40-60 maliyet tasarrufu potansiyeli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Karar kalitesi: Birden fazla uzman ajanın analizi ile daha iyi sonuçlar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Hız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31/33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Teşekkürler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</a:defRPr>
            </a:pPr>
            <a:r>
              <a:t>Multi-Agent Ops Center ile oluşturuldu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